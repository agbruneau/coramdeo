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06" r:id="rId3"/>
    <p:sldId id="305" r:id="rId4"/>
    <p:sldId id="307" r:id="rId5"/>
    <p:sldId id="308" r:id="rId6"/>
    <p:sldId id="318" r:id="rId7"/>
    <p:sldId id="310" r:id="rId8"/>
    <p:sldId id="311" r:id="rId9"/>
    <p:sldId id="312" r:id="rId10"/>
    <p:sldId id="321" r:id="rId11"/>
    <p:sldId id="314" r:id="rId12"/>
    <p:sldId id="319" r:id="rId13"/>
    <p:sldId id="320" r:id="rId14"/>
    <p:sldId id="27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F9150-0F49-40D7-BCCA-1C0152742B58}" v="16" dt="2026-06-27T23:34: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20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-Guy Bruneau" userId="c9f3b82d5570fc32" providerId="LiveId" clId="{C4496A7D-9A64-4B82-9835-F710A7718518}"/>
    <pc:docChg chg="undo custSel addSld delSld modSld">
      <pc:chgData name="André-Guy Bruneau" userId="c9f3b82d5570fc32" providerId="LiveId" clId="{C4496A7D-9A64-4B82-9835-F710A7718518}" dt="2026-06-28T11:12:33.115" v="1984" actId="122"/>
      <pc:docMkLst>
        <pc:docMk/>
      </pc:docMkLst>
      <pc:sldChg chg="modSp mod">
        <pc:chgData name="André-Guy Bruneau" userId="c9f3b82d5570fc32" providerId="LiveId" clId="{C4496A7D-9A64-4B82-9835-F710A7718518}" dt="2026-06-27T11:34:51.821" v="1026" actId="6549"/>
        <pc:sldMkLst>
          <pc:docMk/>
          <pc:sldMk cId="0" sldId="256"/>
        </pc:sldMkLst>
        <pc:spChg chg="mod">
          <ac:chgData name="André-Guy Bruneau" userId="c9f3b82d5570fc32" providerId="LiveId" clId="{C4496A7D-9A64-4B82-9835-F710A7718518}" dt="2026-06-27T10:41:55.548" v="821" actId="65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4:51.821" v="1026" actId="6549"/>
          <ac:spMkLst>
            <pc:docMk/>
            <pc:sldMk cId="0" sldId="256"/>
            <ac:spMk id="7" creationId="{00000000-0000-0000-0000-000000000000}"/>
          </ac:spMkLst>
        </pc:spChg>
      </pc:sldChg>
      <pc:sldChg chg="modSp add del mod">
        <pc:chgData name="André-Guy Bruneau" userId="c9f3b82d5570fc32" providerId="LiveId" clId="{C4496A7D-9A64-4B82-9835-F710A7718518}" dt="2026-06-27T15:16:05.978" v="1781"/>
        <pc:sldMkLst>
          <pc:docMk/>
          <pc:sldMk cId="394863053" sldId="269"/>
        </pc:sldMkLst>
        <pc:spChg chg="mod">
          <ac:chgData name="André-Guy Bruneau" userId="c9f3b82d5570fc32" providerId="LiveId" clId="{C4496A7D-9A64-4B82-9835-F710A7718518}" dt="2026-06-27T11:37:42.716" v="1069" actId="20577"/>
          <ac:spMkLst>
            <pc:docMk/>
            <pc:sldMk cId="394863053" sldId="269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7:49.606" v="1073" actId="20577"/>
          <ac:spMkLst>
            <pc:docMk/>
            <pc:sldMk cId="394863053" sldId="269"/>
            <ac:spMk id="7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6:35.192" v="1058" actId="20577"/>
          <ac:spMkLst>
            <pc:docMk/>
            <pc:sldMk cId="394863053" sldId="269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8:11.378" v="1117" actId="20577"/>
          <ac:spMkLst>
            <pc:docMk/>
            <pc:sldMk cId="394863053" sldId="269"/>
            <ac:spMk id="13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5T11:23:09.973" v="29"/>
        <pc:sldMkLst>
          <pc:docMk/>
          <pc:sldMk cId="2249389506" sldId="279"/>
        </pc:sldMkLst>
      </pc:sldChg>
      <pc:sldChg chg="modSp add del mod">
        <pc:chgData name="André-Guy Bruneau" userId="c9f3b82d5570fc32" providerId="LiveId" clId="{C4496A7D-9A64-4B82-9835-F710A7718518}" dt="2026-06-27T15:00:38.726" v="1777"/>
        <pc:sldMkLst>
          <pc:docMk/>
          <pc:sldMk cId="1014915409" sldId="289"/>
        </pc:sldMkLst>
        <pc:spChg chg="mod">
          <ac:chgData name="André-Guy Bruneau" userId="c9f3b82d5570fc32" providerId="LiveId" clId="{C4496A7D-9A64-4B82-9835-F710A7718518}" dt="2026-06-27T11:40:35.737" v="1133" actId="20577"/>
          <ac:spMkLst>
            <pc:docMk/>
            <pc:sldMk cId="1014915409" sldId="289"/>
            <ac:spMk id="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52:22.514" v="1631" actId="20577"/>
          <ac:spMkLst>
            <pc:docMk/>
            <pc:sldMk cId="1014915409" sldId="289"/>
            <ac:spMk id="15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57:51.944" v="1775" actId="20577"/>
          <ac:spMkLst>
            <pc:docMk/>
            <pc:sldMk cId="1014915409" sldId="289"/>
            <ac:spMk id="21" creationId="{00000000-0000-0000-0000-000000000000}"/>
          </ac:spMkLst>
        </pc:spChg>
      </pc:sldChg>
      <pc:sldChg chg="modSp add del mod">
        <pc:chgData name="André-Guy Bruneau" userId="c9f3b82d5570fc32" providerId="LiveId" clId="{C4496A7D-9A64-4B82-9835-F710A7718518}" dt="2026-06-27T15:17:41.324" v="1787"/>
        <pc:sldMkLst>
          <pc:docMk/>
          <pc:sldMk cId="3304258000" sldId="290"/>
        </pc:sldMkLst>
      </pc:sldChg>
      <pc:sldChg chg="modSp add del mod">
        <pc:chgData name="André-Guy Bruneau" userId="c9f3b82d5570fc32" providerId="LiveId" clId="{C4496A7D-9A64-4B82-9835-F710A7718518}" dt="2026-06-27T15:18:02.090" v="1789"/>
        <pc:sldMkLst>
          <pc:docMk/>
          <pc:sldMk cId="2732842191" sldId="291"/>
        </pc:sldMkLst>
      </pc:sldChg>
      <pc:sldChg chg="modSp add del mod">
        <pc:chgData name="André-Guy Bruneau" userId="c9f3b82d5570fc32" providerId="LiveId" clId="{C4496A7D-9A64-4B82-9835-F710A7718518}" dt="2026-06-27T15:18:55.718" v="1791"/>
        <pc:sldMkLst>
          <pc:docMk/>
          <pc:sldMk cId="3373682352" sldId="292"/>
        </pc:sldMkLst>
      </pc:sldChg>
      <pc:sldChg chg="modSp add del mod">
        <pc:chgData name="André-Guy Bruneau" userId="c9f3b82d5570fc32" providerId="LiveId" clId="{C4496A7D-9A64-4B82-9835-F710A7718518}" dt="2026-06-27T15:19:09.080" v="1793"/>
        <pc:sldMkLst>
          <pc:docMk/>
          <pc:sldMk cId="70202141" sldId="293"/>
        </pc:sldMkLst>
      </pc:sldChg>
      <pc:sldChg chg="modSp add del mod">
        <pc:chgData name="André-Guy Bruneau" userId="c9f3b82d5570fc32" providerId="LiveId" clId="{C4496A7D-9A64-4B82-9835-F710A7718518}" dt="2026-06-27T15:19:15.624" v="1795"/>
        <pc:sldMkLst>
          <pc:docMk/>
          <pc:sldMk cId="362923616" sldId="294"/>
        </pc:sldMkLst>
      </pc:sldChg>
      <pc:sldChg chg="add del">
        <pc:chgData name="André-Guy Bruneau" userId="c9f3b82d5570fc32" providerId="LiveId" clId="{C4496A7D-9A64-4B82-9835-F710A7718518}" dt="2026-06-27T15:19:22.228" v="1797"/>
        <pc:sldMkLst>
          <pc:docMk/>
          <pc:sldMk cId="2082676983" sldId="295"/>
        </pc:sldMkLst>
      </pc:sldChg>
      <pc:sldChg chg="add del">
        <pc:chgData name="André-Guy Bruneau" userId="c9f3b82d5570fc32" providerId="LiveId" clId="{C4496A7D-9A64-4B82-9835-F710A7718518}" dt="2026-06-27T15:19:51.355" v="1799"/>
        <pc:sldMkLst>
          <pc:docMk/>
          <pc:sldMk cId="4144892426" sldId="296"/>
        </pc:sldMkLst>
      </pc:sldChg>
      <pc:sldChg chg="add del">
        <pc:chgData name="André-Guy Bruneau" userId="c9f3b82d5570fc32" providerId="LiveId" clId="{C4496A7D-9A64-4B82-9835-F710A7718518}" dt="2026-06-27T15:19:59.353" v="1801"/>
        <pc:sldMkLst>
          <pc:docMk/>
          <pc:sldMk cId="4122083313" sldId="297"/>
        </pc:sldMkLst>
      </pc:sldChg>
      <pc:sldChg chg="add del">
        <pc:chgData name="André-Guy Bruneau" userId="c9f3b82d5570fc32" providerId="LiveId" clId="{C4496A7D-9A64-4B82-9835-F710A7718518}" dt="2026-06-27T10:38:51.134" v="798"/>
        <pc:sldMkLst>
          <pc:docMk/>
          <pc:sldMk cId="1429210052" sldId="298"/>
        </pc:sldMkLst>
      </pc:sldChg>
      <pc:sldChg chg="add del">
        <pc:chgData name="André-Guy Bruneau" userId="c9f3b82d5570fc32" providerId="LiveId" clId="{C4496A7D-9A64-4B82-9835-F710A7718518}" dt="2026-06-27T10:33:25.496" v="792" actId="47"/>
        <pc:sldMkLst>
          <pc:docMk/>
          <pc:sldMk cId="3481345228" sldId="298"/>
        </pc:sldMkLst>
      </pc:sldChg>
      <pc:sldChg chg="add del">
        <pc:chgData name="André-Guy Bruneau" userId="c9f3b82d5570fc32" providerId="LiveId" clId="{C4496A7D-9A64-4B82-9835-F710A7718518}" dt="2026-06-27T10:34:03.117" v="795" actId="47"/>
        <pc:sldMkLst>
          <pc:docMk/>
          <pc:sldMk cId="3186657740" sldId="299"/>
        </pc:sldMkLst>
      </pc:sldChg>
      <pc:sldChg chg="add del">
        <pc:chgData name="André-Guy Bruneau" userId="c9f3b82d5570fc32" providerId="LiveId" clId="{C4496A7D-9A64-4B82-9835-F710A7718518}" dt="2026-06-27T10:43:12.052" v="823"/>
        <pc:sldMkLst>
          <pc:docMk/>
          <pc:sldMk cId="3335174641" sldId="299"/>
        </pc:sldMkLst>
      </pc:sldChg>
      <pc:sldChg chg="add del">
        <pc:chgData name="André-Guy Bruneau" userId="c9f3b82d5570fc32" providerId="LiveId" clId="{C4496A7D-9A64-4B82-9835-F710A7718518}" dt="2026-06-27T10:40:33.837" v="801"/>
        <pc:sldMkLst>
          <pc:docMk/>
          <pc:sldMk cId="3329028927" sldId="300"/>
        </pc:sldMkLst>
      </pc:sldChg>
      <pc:sldChg chg="add del">
        <pc:chgData name="André-Guy Bruneau" userId="c9f3b82d5570fc32" providerId="LiveId" clId="{C4496A7D-9A64-4B82-9835-F710A7718518}" dt="2026-06-27T10:44:36.734" v="825"/>
        <pc:sldMkLst>
          <pc:docMk/>
          <pc:sldMk cId="2840570395" sldId="301"/>
        </pc:sldMkLst>
      </pc:sldChg>
      <pc:sldChg chg="modSp add del mod">
        <pc:chgData name="André-Guy Bruneau" userId="c9f3b82d5570fc32" providerId="LiveId" clId="{C4496A7D-9A64-4B82-9835-F710A7718518}" dt="2026-06-27T15:16:50.384" v="1783"/>
        <pc:sldMkLst>
          <pc:docMk/>
          <pc:sldMk cId="3878747934" sldId="302"/>
        </pc:sldMkLst>
        <pc:spChg chg="mod">
          <ac:chgData name="André-Guy Bruneau" userId="c9f3b82d5570fc32" providerId="LiveId" clId="{C4496A7D-9A64-4B82-9835-F710A7718518}" dt="2026-06-27T11:25:12.220" v="873" actId="20577"/>
          <ac:spMkLst>
            <pc:docMk/>
            <pc:sldMk cId="3878747934" sldId="302"/>
            <ac:spMk id="20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5:32.329" v="891" actId="20577"/>
          <ac:spMkLst>
            <pc:docMk/>
            <pc:sldMk cId="3878747934" sldId="302"/>
            <ac:spMk id="20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5:48.673" v="904" actId="20577"/>
          <ac:spMkLst>
            <pc:docMk/>
            <pc:sldMk cId="3878747934" sldId="302"/>
            <ac:spMk id="2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6:06.863" v="914" actId="20577"/>
          <ac:spMkLst>
            <pc:docMk/>
            <pc:sldMk cId="3878747934" sldId="302"/>
            <ac:spMk id="21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6:48.207" v="928" actId="20577"/>
          <ac:spMkLst>
            <pc:docMk/>
            <pc:sldMk cId="3878747934" sldId="302"/>
            <ac:spMk id="224" creationId="{00000000-0000-0000-0000-000000000000}"/>
          </ac:spMkLst>
        </pc:spChg>
      </pc:sldChg>
      <pc:sldChg chg="modSp add del mod">
        <pc:chgData name="André-Guy Bruneau" userId="c9f3b82d5570fc32" providerId="LiveId" clId="{C4496A7D-9A64-4B82-9835-F710A7718518}" dt="2026-06-27T15:17:13.589" v="1785"/>
        <pc:sldMkLst>
          <pc:docMk/>
          <pc:sldMk cId="4194183058" sldId="303"/>
        </pc:sldMkLst>
        <pc:spChg chg="mod">
          <ac:chgData name="André-Guy Bruneau" userId="c9f3b82d5570fc32" providerId="LiveId" clId="{C4496A7D-9A64-4B82-9835-F710A7718518}" dt="2026-06-27T11:27:41.187" v="943" actId="20577"/>
          <ac:spMkLst>
            <pc:docMk/>
            <pc:sldMk cId="4194183058" sldId="303"/>
            <ac:spMk id="20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7:51.636" v="959" actId="20577"/>
          <ac:spMkLst>
            <pc:docMk/>
            <pc:sldMk cId="4194183058" sldId="303"/>
            <ac:spMk id="20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8:29.985" v="975" actId="20577"/>
          <ac:spMkLst>
            <pc:docMk/>
            <pc:sldMk cId="4194183058" sldId="303"/>
            <ac:spMk id="2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8:51.643" v="988" actId="20577"/>
          <ac:spMkLst>
            <pc:docMk/>
            <pc:sldMk cId="4194183058" sldId="303"/>
            <ac:spMk id="21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9:13.697" v="1006" actId="20577"/>
          <ac:spMkLst>
            <pc:docMk/>
            <pc:sldMk cId="4194183058" sldId="303"/>
            <ac:spMk id="224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7T15:11:50.527" v="1779"/>
        <pc:sldMkLst>
          <pc:docMk/>
          <pc:sldMk cId="1977854363" sldId="304"/>
        </pc:sldMkLst>
      </pc:sldChg>
      <pc:sldChg chg="modSp add mod">
        <pc:chgData name="André-Guy Bruneau" userId="c9f3b82d5570fc32" providerId="LiveId" clId="{C4496A7D-9A64-4B82-9835-F710A7718518}" dt="2026-06-28T11:03:40.701" v="1962" actId="20577"/>
        <pc:sldMkLst>
          <pc:docMk/>
          <pc:sldMk cId="1865463153" sldId="305"/>
        </pc:sldMkLst>
        <pc:spChg chg="mod">
          <ac:chgData name="André-Guy Bruneau" userId="c9f3b82d5570fc32" providerId="LiveId" clId="{C4496A7D-9A64-4B82-9835-F710A7718518}" dt="2026-06-27T23:23:23.467" v="1817" actId="14100"/>
          <ac:spMkLst>
            <pc:docMk/>
            <pc:sldMk cId="1865463153" sldId="305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0:57.042" v="1916" actId="122"/>
          <ac:spMkLst>
            <pc:docMk/>
            <pc:sldMk cId="1865463153" sldId="305"/>
            <ac:spMk id="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1:33.077" v="1933" actId="20577"/>
          <ac:spMkLst>
            <pc:docMk/>
            <pc:sldMk cId="1865463153" sldId="305"/>
            <ac:spMk id="15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3:40.701" v="1962" actId="20577"/>
          <ac:spMkLst>
            <pc:docMk/>
            <pc:sldMk cId="1865463153" sldId="305"/>
            <ac:spMk id="21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8T10:59:58.584" v="1911" actId="20577"/>
        <pc:sldMkLst>
          <pc:docMk/>
          <pc:sldMk cId="1750828263" sldId="306"/>
        </pc:sldMkLst>
        <pc:spChg chg="mod">
          <ac:chgData name="André-Guy Bruneau" userId="c9f3b82d5570fc32" providerId="LiveId" clId="{C4496A7D-9A64-4B82-9835-F710A7718518}" dt="2026-06-28T10:59:58.584" v="1911" actId="20577"/>
          <ac:spMkLst>
            <pc:docMk/>
            <pc:sldMk cId="1750828263" sldId="306"/>
            <ac:spMk id="19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8T11:08:50.794" v="1970" actId="20577"/>
        <pc:sldMkLst>
          <pc:docMk/>
          <pc:sldMk cId="4009307610" sldId="307"/>
        </pc:sldMkLst>
        <pc:spChg chg="mod">
          <ac:chgData name="André-Guy Bruneau" userId="c9f3b82d5570fc32" providerId="LiveId" clId="{C4496A7D-9A64-4B82-9835-F710A7718518}" dt="2026-06-28T11:06:14.828" v="1963" actId="20577"/>
          <ac:spMkLst>
            <pc:docMk/>
            <pc:sldMk cId="4009307610" sldId="307"/>
            <ac:spMk id="20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6:18.744" v="1964" actId="20577"/>
          <ac:spMkLst>
            <pc:docMk/>
            <pc:sldMk cId="4009307610" sldId="307"/>
            <ac:spMk id="20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8:42.861" v="1968" actId="20577"/>
          <ac:spMkLst>
            <pc:docMk/>
            <pc:sldMk cId="4009307610" sldId="307"/>
            <ac:spMk id="2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8:45.673" v="1969" actId="20577"/>
          <ac:spMkLst>
            <pc:docMk/>
            <pc:sldMk cId="4009307610" sldId="307"/>
            <ac:spMk id="21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8:50.794" v="1970" actId="20577"/>
          <ac:spMkLst>
            <pc:docMk/>
            <pc:sldMk cId="4009307610" sldId="307"/>
            <ac:spMk id="224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8T11:09:02.122" v="1972" actId="20577"/>
        <pc:sldMkLst>
          <pc:docMk/>
          <pc:sldMk cId="3082900950" sldId="308"/>
        </pc:sldMkLst>
        <pc:spChg chg="mod">
          <ac:chgData name="André-Guy Bruneau" userId="c9f3b82d5570fc32" providerId="LiveId" clId="{C4496A7D-9A64-4B82-9835-F710A7718518}" dt="2026-06-27T23:23:45.520" v="1818" actId="20577"/>
          <ac:spMkLst>
            <pc:docMk/>
            <pc:sldMk cId="3082900950" sldId="308"/>
            <ac:spMk id="20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23:48.369" v="1819" actId="20577"/>
          <ac:spMkLst>
            <pc:docMk/>
            <pc:sldMk cId="3082900950" sldId="308"/>
            <ac:spMk id="20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24:28.591" v="1852" actId="20577"/>
          <ac:spMkLst>
            <pc:docMk/>
            <pc:sldMk cId="3082900950" sldId="308"/>
            <ac:spMk id="2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8:58.165" v="1971" actId="20577"/>
          <ac:spMkLst>
            <pc:docMk/>
            <pc:sldMk cId="3082900950" sldId="308"/>
            <ac:spMk id="21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09:02.122" v="1972" actId="20577"/>
          <ac:spMkLst>
            <pc:docMk/>
            <pc:sldMk cId="3082900950" sldId="308"/>
            <ac:spMk id="224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7T15:24:28.509" v="1803"/>
        <pc:sldMkLst>
          <pc:docMk/>
          <pc:sldMk cId="3848680304" sldId="309"/>
        </pc:sldMkLst>
      </pc:sldChg>
      <pc:sldChg chg="add">
        <pc:chgData name="André-Guy Bruneau" userId="c9f3b82d5570fc32" providerId="LiveId" clId="{C4496A7D-9A64-4B82-9835-F710A7718518}" dt="2026-06-27T15:18:02.088" v="1788"/>
        <pc:sldMkLst>
          <pc:docMk/>
          <pc:sldMk cId="2377755880" sldId="310"/>
        </pc:sldMkLst>
      </pc:sldChg>
      <pc:sldChg chg="add">
        <pc:chgData name="André-Guy Bruneau" userId="c9f3b82d5570fc32" providerId="LiveId" clId="{C4496A7D-9A64-4B82-9835-F710A7718518}" dt="2026-06-27T15:18:55.716" v="1790"/>
        <pc:sldMkLst>
          <pc:docMk/>
          <pc:sldMk cId="1566204714" sldId="311"/>
        </pc:sldMkLst>
      </pc:sldChg>
      <pc:sldChg chg="add">
        <pc:chgData name="André-Guy Bruneau" userId="c9f3b82d5570fc32" providerId="LiveId" clId="{C4496A7D-9A64-4B82-9835-F710A7718518}" dt="2026-06-27T15:19:09.077" v="1792"/>
        <pc:sldMkLst>
          <pc:docMk/>
          <pc:sldMk cId="3837644013" sldId="312"/>
        </pc:sldMkLst>
      </pc:sldChg>
      <pc:sldChg chg="add del">
        <pc:chgData name="André-Guy Bruneau" userId="c9f3b82d5570fc32" providerId="LiveId" clId="{C4496A7D-9A64-4B82-9835-F710A7718518}" dt="2026-06-27T23:32:39.725" v="1872"/>
        <pc:sldMkLst>
          <pc:docMk/>
          <pc:sldMk cId="980874350" sldId="313"/>
        </pc:sldMkLst>
      </pc:sldChg>
      <pc:sldChg chg="modSp add mod">
        <pc:chgData name="André-Guy Bruneau" userId="c9f3b82d5570fc32" providerId="LiveId" clId="{C4496A7D-9A64-4B82-9835-F710A7718518}" dt="2026-06-27T23:34:37.906" v="1879" actId="20577"/>
        <pc:sldMkLst>
          <pc:docMk/>
          <pc:sldMk cId="3328085537" sldId="314"/>
        </pc:sldMkLst>
        <pc:spChg chg="mod">
          <ac:chgData name="André-Guy Bruneau" userId="c9f3b82d5570fc32" providerId="LiveId" clId="{C4496A7D-9A64-4B82-9835-F710A7718518}" dt="2026-06-27T23:34:37.906" v="1879" actId="20577"/>
          <ac:spMkLst>
            <pc:docMk/>
            <pc:sldMk cId="3328085537" sldId="314"/>
            <ac:spMk id="6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7T15:25:50.549" v="1812"/>
        <pc:sldMkLst>
          <pc:docMk/>
          <pc:sldMk cId="320719922" sldId="315"/>
        </pc:sldMkLst>
      </pc:sldChg>
      <pc:sldChg chg="add del">
        <pc:chgData name="André-Guy Bruneau" userId="c9f3b82d5570fc32" providerId="LiveId" clId="{C4496A7D-9A64-4B82-9835-F710A7718518}" dt="2026-06-27T15:26:31.595" v="1814"/>
        <pc:sldMkLst>
          <pc:docMk/>
          <pc:sldMk cId="1764144630" sldId="316"/>
        </pc:sldMkLst>
      </pc:sldChg>
      <pc:sldChg chg="modSp add del mod">
        <pc:chgData name="André-Guy Bruneau" userId="c9f3b82d5570fc32" providerId="LiveId" clId="{C4496A7D-9A64-4B82-9835-F710A7718518}" dt="2026-06-27T15:25:08.865" v="1810"/>
        <pc:sldMkLst>
          <pc:docMk/>
          <pc:sldMk cId="3294387290" sldId="317"/>
        </pc:sldMkLst>
        <pc:spChg chg="mod">
          <ac:chgData name="André-Guy Bruneau" userId="c9f3b82d5570fc32" providerId="LiveId" clId="{C4496A7D-9A64-4B82-9835-F710A7718518}" dt="2026-06-27T15:25:06.073" v="1808" actId="1036"/>
          <ac:spMkLst>
            <pc:docMk/>
            <pc:sldMk cId="3294387290" sldId="317"/>
            <ac:spMk id="440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8T11:12:33.115" v="1984" actId="122"/>
        <pc:sldMkLst>
          <pc:docMk/>
          <pc:sldMk cId="3476847461" sldId="318"/>
        </pc:sldMkLst>
        <pc:spChg chg="mod">
          <ac:chgData name="André-Guy Bruneau" userId="c9f3b82d5570fc32" providerId="LiveId" clId="{C4496A7D-9A64-4B82-9835-F710A7718518}" dt="2026-06-28T11:11:46.419" v="1981" actId="122"/>
          <ac:spMkLst>
            <pc:docMk/>
            <pc:sldMk cId="3476847461" sldId="318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8T11:12:33.115" v="1984" actId="122"/>
          <ac:spMkLst>
            <pc:docMk/>
            <pc:sldMk cId="3476847461" sldId="318"/>
            <ac:spMk id="13" creationId="{00000000-0000-0000-0000-000000000000}"/>
          </ac:spMkLst>
        </pc:spChg>
      </pc:sldChg>
      <pc:sldChg chg="modSp add mod">
        <pc:chgData name="André-Guy Bruneau" userId="c9f3b82d5570fc32" providerId="LiveId" clId="{C4496A7D-9A64-4B82-9835-F710A7718518}" dt="2026-06-27T23:30:23.685" v="1870" actId="6549"/>
        <pc:sldMkLst>
          <pc:docMk/>
          <pc:sldMk cId="684586775" sldId="319"/>
        </pc:sldMkLst>
        <pc:spChg chg="mod">
          <ac:chgData name="André-Guy Bruneau" userId="c9f3b82d5570fc32" providerId="LiveId" clId="{C4496A7D-9A64-4B82-9835-F710A7718518}" dt="2026-06-27T23:30:23.685" v="1870" actId="6549"/>
          <ac:spMkLst>
            <pc:docMk/>
            <pc:sldMk cId="684586775" sldId="319"/>
            <ac:spMk id="4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7T15:26:31.593" v="1813"/>
        <pc:sldMkLst>
          <pc:docMk/>
          <pc:sldMk cId="1614462470" sldId="320"/>
        </pc:sldMkLst>
      </pc:sldChg>
      <pc:sldChg chg="modSp add mod">
        <pc:chgData name="André-Guy Bruneau" userId="c9f3b82d5570fc32" providerId="LiveId" clId="{C4496A7D-9A64-4B82-9835-F710A7718518}" dt="2026-06-27T23:32:45.733" v="1874"/>
        <pc:sldMkLst>
          <pc:docMk/>
          <pc:sldMk cId="1402530145" sldId="321"/>
        </pc:sldMkLst>
        <pc:spChg chg="mod">
          <ac:chgData name="André-Guy Bruneau" userId="c9f3b82d5570fc32" providerId="LiveId" clId="{C4496A7D-9A64-4B82-9835-F710A7718518}" dt="2026-06-27T23:32:45.733" v="1873"/>
          <ac:spMkLst>
            <pc:docMk/>
            <pc:sldMk cId="1402530145" sldId="321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32:45.733" v="1874"/>
          <ac:spMkLst>
            <pc:docMk/>
            <pc:sldMk cId="1402530145" sldId="321"/>
            <ac:spMk id="9" creationId="{00000000-0000-0000-0000-000000000000}"/>
          </ac:spMkLst>
        </pc:spChg>
      </pc:sldChg>
      <pc:sldChg chg="new del">
        <pc:chgData name="André-Guy Bruneau" userId="c9f3b82d5570fc32" providerId="LiveId" clId="{C4496A7D-9A64-4B82-9835-F710A7718518}" dt="2026-06-28T11:01:06.944" v="1920" actId="680"/>
        <pc:sldMkLst>
          <pc:docMk/>
          <pc:sldMk cId="632524679" sldId="322"/>
        </pc:sldMkLst>
      </pc:sldChg>
      <pc:sldChg chg="add del setBg">
        <pc:chgData name="André-Guy Bruneau" userId="c9f3b82d5570fc32" providerId="LiveId" clId="{C4496A7D-9A64-4B82-9835-F710A7718518}" dt="2026-06-27T23:34:45.675" v="1881"/>
        <pc:sldMkLst>
          <pc:docMk/>
          <pc:sldMk cId="986193394" sldId="322"/>
        </pc:sldMkLst>
      </pc:sldChg>
      <pc:sldChg chg="add del setBg">
        <pc:chgData name="André-Guy Bruneau" userId="c9f3b82d5570fc32" providerId="LiveId" clId="{C4496A7D-9A64-4B82-9835-F710A7718518}" dt="2026-06-27T23:34:53" v="1883"/>
        <pc:sldMkLst>
          <pc:docMk/>
          <pc:sldMk cId="1560432167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7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BIBLIQUE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0756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886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Esaie 22.1 – Lieu de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châtiment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pour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Jérusalem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</a:p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2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Corinthiens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4.6 – Lieu de la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révélation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Christ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endParaRPr lang="en-US" sz="1300" dirty="0"/>
          </a:p>
          <a:p>
            <a:pPr algn="ctr">
              <a:lnSpc>
                <a:spcPts val="2000"/>
              </a:lnSpc>
            </a:pPr>
            <a:r>
              <a:rPr lang="en-US" sz="13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Pasteur Simon Ouellette  · EBC · NEG 1979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i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5" y="258729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2344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sont-ils ? Trois repères historiques et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théologiques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</a:rPr>
              <a:t>5 Solas et 5 points TULIP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2544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4672584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439" y="258729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672584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Prières</a:t>
            </a: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puritaines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72584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: deux repères, origine et contenu.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56448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476488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43" y="258729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60152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8476488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Vallée de la Vision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476488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L'invocation, puis quatre mouvements de méditation.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02 · AU PROGRAMME</a:t>
            </a:r>
          </a:p>
        </p:txBody>
      </p:sp>
    </p:spTree>
    <p:extLst>
      <p:ext uri="{BB962C8B-B14F-4D97-AF65-F5344CB8AC3E}">
        <p14:creationId xmlns:p14="http://schemas.microsoft.com/office/powerpoint/2010/main" val="175082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609600"/>
            <a:ext cx="977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 les </a:t>
            </a:r>
            <a:r>
              <a:rPr lang="fr-CA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puritains</a:t>
            </a: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?</a:t>
            </a:r>
          </a:p>
        </p:txBody>
      </p:sp>
      <p:sp>
        <p:nvSpPr>
          <p:cNvPr id="3" name="Text 1"/>
          <p:cNvSpPr/>
          <p:nvPr/>
        </p:nvSpPr>
        <p:spPr>
          <a:xfrm>
            <a:off x="736600" y="13462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Réforme anglaise · pureté de l'Église · théologie du cœur</a:t>
            </a:r>
          </a:p>
        </p:txBody>
      </p:sp>
      <p:sp>
        <p:nvSpPr>
          <p:cNvPr id="4" name="Shape 2"/>
          <p:cNvSpPr/>
          <p:nvPr/>
        </p:nvSpPr>
        <p:spPr>
          <a:xfrm>
            <a:off x="546100" y="1778000"/>
            <a:ext cx="3479800" cy="439420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800100" y="1905000"/>
            <a:ext cx="1651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5"/>
          <p:cNvSpPr/>
          <p:nvPr/>
        </p:nvSpPr>
        <p:spPr>
          <a:xfrm>
            <a:off x="800100" y="2667000"/>
            <a:ext cx="3041650" cy="55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Mouvement de purification</a:t>
            </a:r>
          </a:p>
        </p:txBody>
      </p:sp>
      <p:sp>
        <p:nvSpPr>
          <p:cNvPr id="9" name="Text 6"/>
          <p:cNvSpPr/>
          <p:nvPr/>
        </p:nvSpPr>
        <p:spPr>
          <a:xfrm>
            <a:off x="800100" y="3403600"/>
            <a:ext cx="2971800" cy="226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Réveil au sein du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protestantisme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anglais, fin du XVIe au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XVIIe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siècle, cherchant à « purifier » l'Église d'Angleterre de tout résidu non fondé sur l'Écriture. 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140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Héritiers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directs de la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Réforme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56100" y="1778000"/>
            <a:ext cx="3479800" cy="439420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9"/>
          <p:cNvSpPr/>
          <p:nvPr/>
        </p:nvSpPr>
        <p:spPr>
          <a:xfrm>
            <a:off x="4610100" y="1905000"/>
            <a:ext cx="1651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4" name="Text 10"/>
          <p:cNvSpPr/>
          <p:nvPr/>
        </p:nvSpPr>
        <p:spPr>
          <a:xfrm>
            <a:off x="4610100" y="2667000"/>
            <a:ext cx="2971800" cy="55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Théologie du cœur</a:t>
            </a:r>
          </a:p>
        </p:txBody>
      </p:sp>
      <p:sp>
        <p:nvSpPr>
          <p:cNvPr id="15" name="Text 11"/>
          <p:cNvSpPr/>
          <p:nvPr/>
        </p:nvSpPr>
        <p:spPr>
          <a:xfrm>
            <a:off x="4610100" y="3403600"/>
            <a:ext cx="2971800" cy="226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Saine doctrine de la Trinité doit saisir le cœur et gouverner toute la vie du chrétien en communauté.</a:t>
            </a:r>
          </a:p>
          <a:p>
            <a:pPr algn="just">
              <a:lnSpc>
                <a:spcPts val="800"/>
              </a:lnSpc>
              <a:buNone/>
            </a:pPr>
            <a:endParaRPr lang="fr-CA" sz="1400" dirty="0"/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W. Perkins, W. Ames, R. Sibbes,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J. Preston, J. Owen, T. Goodwin,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R. Baxter, J. Burroughs, T. Manton,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Burges, E. Reynolds, W. Bridge,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J. Bunyan, T. Watson, J. Flavel,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 Charnock, T. Brooks, M. Henry.</a:t>
            </a:r>
          </a:p>
        </p:txBody>
      </p:sp>
      <p:sp>
        <p:nvSpPr>
          <p:cNvPr id="16" name="Shape 12"/>
          <p:cNvSpPr/>
          <p:nvPr/>
        </p:nvSpPr>
        <p:spPr>
          <a:xfrm>
            <a:off x="8153400" y="1778000"/>
            <a:ext cx="3479800" cy="439420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Text 14"/>
          <p:cNvSpPr/>
          <p:nvPr/>
        </p:nvSpPr>
        <p:spPr>
          <a:xfrm>
            <a:off x="8407400" y="1905000"/>
            <a:ext cx="1651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20" name="Text 15"/>
          <p:cNvSpPr/>
          <p:nvPr/>
        </p:nvSpPr>
        <p:spPr>
          <a:xfrm>
            <a:off x="8407400" y="2667000"/>
            <a:ext cx="2971800" cy="55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 vivant</a:t>
            </a:r>
          </a:p>
        </p:txBody>
      </p:sp>
      <p:sp>
        <p:nvSpPr>
          <p:cNvPr id="21" name="Text 16"/>
          <p:cNvSpPr/>
          <p:nvPr/>
        </p:nvSpPr>
        <p:spPr>
          <a:xfrm>
            <a:off x="8407400" y="3403600"/>
            <a:ext cx="2971800" cy="226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Prédication expositive, Piété expérientielle, Mortification du péché, Examen de soi et méditation, Assurance du Salut,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Foyer comme petite église.</a:t>
            </a:r>
          </a:p>
          <a:p>
            <a:pPr algn="just">
              <a:lnSpc>
                <a:spcPts val="800"/>
              </a:lnSpc>
              <a:buNone/>
            </a:pPr>
            <a:endParaRPr lang="fr-CA" sz="1400" dirty="0"/>
          </a:p>
          <a:p>
            <a:pPr marL="0" indent="0" algn="ctr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Charles H. Spurgeon, D. M. Lloyd-Jones, Joel R. Beeke, R. C. Sproul, John MacArthur et H. B. Charles Jr.</a:t>
            </a:r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546100" y="330200"/>
            <a:ext cx="63500" cy="10922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736600" y="355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LES PURITAINS</a:t>
            </a:r>
          </a:p>
        </p:txBody>
      </p:sp>
      <p:sp>
        <p:nvSpPr>
          <p:cNvPr id="402" name="headerRule"/>
          <p:cNvSpPr/>
          <p:nvPr/>
        </p:nvSpPr>
        <p:spPr>
          <a:xfrm>
            <a:off x="546100" y="1651000"/>
            <a:ext cx="11087100" cy="15240"/>
          </a:xfrm>
          <a:prstGeom prst="rect">
            <a:avLst/>
          </a:prstGeom>
          <a:solidFill>
            <a:srgbClr val="6E5A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cardrule"/>
          <p:cNvSpPr/>
          <p:nvPr/>
        </p:nvSpPr>
        <p:spPr>
          <a:xfrm>
            <a:off x="825500" y="3276600"/>
            <a:ext cx="6604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cardtag"/>
          <p:cNvSpPr txBox="1"/>
          <p:nvPr/>
        </p:nvSpPr>
        <p:spPr>
          <a:xfrm>
            <a:off x="800100" y="5740400"/>
            <a:ext cx="2971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héritiers de la Réforme</a:t>
            </a:r>
          </a:p>
        </p:txBody>
      </p:sp>
      <p:sp>
        <p:nvSpPr>
          <p:cNvPr id="412" name="cardrule"/>
          <p:cNvSpPr/>
          <p:nvPr/>
        </p:nvSpPr>
        <p:spPr>
          <a:xfrm>
            <a:off x="4635500" y="3276600"/>
            <a:ext cx="6604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cardtag"/>
          <p:cNvSpPr txBox="1"/>
          <p:nvPr/>
        </p:nvSpPr>
        <p:spPr>
          <a:xfrm>
            <a:off x="4610100" y="5740400"/>
            <a:ext cx="2971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tête et le cœur</a:t>
            </a:r>
          </a:p>
        </p:txBody>
      </p:sp>
      <p:sp>
        <p:nvSpPr>
          <p:cNvPr id="414" name="cardrule"/>
          <p:cNvSpPr/>
          <p:nvPr/>
        </p:nvSpPr>
        <p:spPr>
          <a:xfrm>
            <a:off x="8432800" y="3276600"/>
            <a:ext cx="6604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5" name="cardtag"/>
          <p:cNvSpPr txBox="1"/>
          <p:nvPr/>
        </p:nvSpPr>
        <p:spPr>
          <a:xfrm>
            <a:off x="8407400" y="5740400"/>
            <a:ext cx="2971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piété qui se vit</a:t>
            </a:r>
          </a:p>
        </p:txBody>
      </p:sp>
    </p:spTree>
    <p:extLst>
      <p:ext uri="{BB962C8B-B14F-4D97-AF65-F5344CB8AC3E}">
        <p14:creationId xmlns:p14="http://schemas.microsoft.com/office/powerpoint/2010/main" val="186546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Les 5 Solas : le socle doctrinal des </a:t>
            </a:r>
            <a:r>
              <a:rPr lang="fr-CA" sz="3200" b="1" i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puritains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</a:rPr>
              <a:t>Écriture · grâce · foi · Christ · gloire de Dieu</a:t>
            </a:r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00" name="card0"/>
          <p:cNvSpPr/>
          <p:nvPr/>
        </p:nvSpPr>
        <p:spPr>
          <a:xfrm>
            <a:off x="5461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num0"/>
          <p:cNvSpPr/>
          <p:nvPr/>
        </p:nvSpPr>
        <p:spPr>
          <a:xfrm>
            <a:off x="12890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02" name="lat0"/>
          <p:cNvSpPr txBox="1"/>
          <p:nvPr/>
        </p:nvSpPr>
        <p:spPr>
          <a:xfrm>
            <a:off x="6477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Sola Scriptura</a:t>
            </a:r>
          </a:p>
        </p:txBody>
      </p:sp>
      <p:sp>
        <p:nvSpPr>
          <p:cNvPr id="203" name="fr0"/>
          <p:cNvSpPr txBox="1"/>
          <p:nvPr/>
        </p:nvSpPr>
        <p:spPr>
          <a:xfrm>
            <a:off x="6477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L'Écriture seule</a:t>
            </a:r>
          </a:p>
        </p:txBody>
      </p:sp>
      <p:sp>
        <p:nvSpPr>
          <p:cNvPr id="204" name="desc0"/>
          <p:cNvSpPr txBox="1"/>
          <p:nvPr/>
        </p:nvSpPr>
        <p:spPr>
          <a:xfrm>
            <a:off x="6477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La Bible seule est l'autorité suprême et infaillible pour la foi et la vie chrétienne</a:t>
            </a:r>
            <a:b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</a:b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2 Timothée 3.16-17</a:t>
            </a:r>
          </a:p>
        </p:txBody>
      </p:sp>
      <p:sp>
        <p:nvSpPr>
          <p:cNvPr id="205" name="card1"/>
          <p:cNvSpPr/>
          <p:nvPr/>
        </p:nvSpPr>
        <p:spPr>
          <a:xfrm>
            <a:off x="27813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num1"/>
          <p:cNvSpPr/>
          <p:nvPr/>
        </p:nvSpPr>
        <p:spPr>
          <a:xfrm>
            <a:off x="35242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7" name="lat1"/>
          <p:cNvSpPr txBox="1"/>
          <p:nvPr/>
        </p:nvSpPr>
        <p:spPr>
          <a:xfrm>
            <a:off x="28829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Sola Gratia</a:t>
            </a:r>
          </a:p>
        </p:txBody>
      </p:sp>
      <p:sp>
        <p:nvSpPr>
          <p:cNvPr id="208" name="fr1"/>
          <p:cNvSpPr txBox="1"/>
          <p:nvPr/>
        </p:nvSpPr>
        <p:spPr>
          <a:xfrm>
            <a:off x="28829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La grâce seule</a:t>
            </a:r>
          </a:p>
        </p:txBody>
      </p:sp>
      <p:sp>
        <p:nvSpPr>
          <p:cNvPr id="209" name="desc1"/>
          <p:cNvSpPr txBox="1"/>
          <p:nvPr/>
        </p:nvSpPr>
        <p:spPr>
          <a:xfrm>
            <a:off x="28829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Le salut est un don gratuit de Dieu, sans aucun mérite de l’homme</a:t>
            </a:r>
            <a:b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</a:b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Éphésiens 2.8-9</a:t>
            </a:r>
          </a:p>
        </p:txBody>
      </p:sp>
      <p:sp>
        <p:nvSpPr>
          <p:cNvPr id="210" name="card2"/>
          <p:cNvSpPr/>
          <p:nvPr/>
        </p:nvSpPr>
        <p:spPr>
          <a:xfrm>
            <a:off x="50165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num2"/>
          <p:cNvSpPr/>
          <p:nvPr/>
        </p:nvSpPr>
        <p:spPr>
          <a:xfrm>
            <a:off x="57594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2" name="lat2"/>
          <p:cNvSpPr txBox="1"/>
          <p:nvPr/>
        </p:nvSpPr>
        <p:spPr>
          <a:xfrm>
            <a:off x="51181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Sola Fide</a:t>
            </a:r>
          </a:p>
        </p:txBody>
      </p:sp>
      <p:sp>
        <p:nvSpPr>
          <p:cNvPr id="213" name="fr2"/>
          <p:cNvSpPr txBox="1"/>
          <p:nvPr/>
        </p:nvSpPr>
        <p:spPr>
          <a:xfrm>
            <a:off x="51181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La foi seule</a:t>
            </a:r>
          </a:p>
        </p:txBody>
      </p:sp>
      <p:sp>
        <p:nvSpPr>
          <p:cNvPr id="214" name="desc2"/>
          <p:cNvSpPr txBox="1"/>
          <p:nvPr/>
        </p:nvSpPr>
        <p:spPr>
          <a:xfrm>
            <a:off x="51181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Nous sommes justifiés par la seule foi en Christ, et non par les œuvres.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Romains 3.28</a:t>
            </a:r>
          </a:p>
        </p:txBody>
      </p:sp>
      <p:sp>
        <p:nvSpPr>
          <p:cNvPr id="215" name="card3"/>
          <p:cNvSpPr/>
          <p:nvPr/>
        </p:nvSpPr>
        <p:spPr>
          <a:xfrm>
            <a:off x="72517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num3"/>
          <p:cNvSpPr/>
          <p:nvPr/>
        </p:nvSpPr>
        <p:spPr>
          <a:xfrm>
            <a:off x="79946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7" name="lat3"/>
          <p:cNvSpPr txBox="1"/>
          <p:nvPr/>
        </p:nvSpPr>
        <p:spPr>
          <a:xfrm>
            <a:off x="73533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Solus Christus</a:t>
            </a:r>
          </a:p>
        </p:txBody>
      </p:sp>
      <p:sp>
        <p:nvSpPr>
          <p:cNvPr id="218" name="fr3"/>
          <p:cNvSpPr txBox="1"/>
          <p:nvPr/>
        </p:nvSpPr>
        <p:spPr>
          <a:xfrm>
            <a:off x="73533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Christ seul</a:t>
            </a:r>
          </a:p>
        </p:txBody>
      </p:sp>
      <p:sp>
        <p:nvSpPr>
          <p:cNvPr id="219" name="desc3"/>
          <p:cNvSpPr txBox="1"/>
          <p:nvPr/>
        </p:nvSpPr>
        <p:spPr>
          <a:xfrm>
            <a:off x="73533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Jésus-Christ est l'unique médiateur entre Dieu et les hommes.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Jean 14.6</a:t>
            </a:r>
          </a:p>
        </p:txBody>
      </p:sp>
      <p:sp>
        <p:nvSpPr>
          <p:cNvPr id="220" name="card4"/>
          <p:cNvSpPr/>
          <p:nvPr/>
        </p:nvSpPr>
        <p:spPr>
          <a:xfrm>
            <a:off x="94869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num4"/>
          <p:cNvSpPr/>
          <p:nvPr/>
        </p:nvSpPr>
        <p:spPr>
          <a:xfrm>
            <a:off x="102298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2" name="lat4"/>
          <p:cNvSpPr txBox="1"/>
          <p:nvPr/>
        </p:nvSpPr>
        <p:spPr>
          <a:xfrm>
            <a:off x="95885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Soli Deo Gloria</a:t>
            </a:r>
          </a:p>
        </p:txBody>
      </p:sp>
      <p:sp>
        <p:nvSpPr>
          <p:cNvPr id="223" name="fr4"/>
          <p:cNvSpPr txBox="1"/>
          <p:nvPr/>
        </p:nvSpPr>
        <p:spPr>
          <a:xfrm>
            <a:off x="95885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À Dieu seul la gloire</a:t>
            </a:r>
          </a:p>
        </p:txBody>
      </p:sp>
      <p:sp>
        <p:nvSpPr>
          <p:cNvPr id="224" name="desc4"/>
          <p:cNvSpPr txBox="1"/>
          <p:nvPr/>
        </p:nvSpPr>
        <p:spPr>
          <a:xfrm>
            <a:off x="95885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Toute l'œuvre du salut vise la gloire de Dieu, seul digne d'adoration.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Romains 11.36</a:t>
            </a:r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04 · LES 5 SOLAS</a:t>
            </a:r>
          </a:p>
        </p:txBody>
      </p:sp>
    </p:spTree>
    <p:extLst>
      <p:ext uri="{BB962C8B-B14F-4D97-AF65-F5344CB8AC3E}">
        <p14:creationId xmlns:p14="http://schemas.microsoft.com/office/powerpoint/2010/main" val="400930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TULIP : les doctrines de la </a:t>
            </a:r>
            <a:r>
              <a:rPr lang="fr-CA" sz="3200" b="1" i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grâce</a:t>
            </a: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 chères aux puritains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</a:rPr>
              <a:t>dépravation · élection · rédemption · grâce · persévérance</a:t>
            </a:r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00" name="card0"/>
          <p:cNvSpPr/>
          <p:nvPr/>
        </p:nvSpPr>
        <p:spPr>
          <a:xfrm>
            <a:off x="5461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num0"/>
          <p:cNvSpPr/>
          <p:nvPr/>
        </p:nvSpPr>
        <p:spPr>
          <a:xfrm>
            <a:off x="12890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202" name="lat0"/>
          <p:cNvSpPr txBox="1"/>
          <p:nvPr/>
        </p:nvSpPr>
        <p:spPr>
          <a:xfrm>
            <a:off x="6477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Dépravation totale</a:t>
            </a:r>
          </a:p>
        </p:txBody>
      </p:sp>
      <p:sp>
        <p:nvSpPr>
          <p:cNvPr id="203" name="fr0"/>
          <p:cNvSpPr txBox="1"/>
          <p:nvPr/>
        </p:nvSpPr>
        <p:spPr>
          <a:xfrm>
            <a:off x="6477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Incapacité totale</a:t>
            </a:r>
          </a:p>
        </p:txBody>
      </p:sp>
      <p:sp>
        <p:nvSpPr>
          <p:cNvPr id="204" name="desc0"/>
          <p:cNvSpPr txBox="1"/>
          <p:nvPr/>
        </p:nvSpPr>
        <p:spPr>
          <a:xfrm>
            <a:off x="6477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L'homme est entièrement corrompu par le péché et incapable de se sauver lui-même.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Romain 3.10-12</a:t>
            </a:r>
          </a:p>
        </p:txBody>
      </p:sp>
      <p:sp>
        <p:nvSpPr>
          <p:cNvPr id="205" name="card1"/>
          <p:cNvSpPr/>
          <p:nvPr/>
        </p:nvSpPr>
        <p:spPr>
          <a:xfrm>
            <a:off x="27813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num1"/>
          <p:cNvSpPr/>
          <p:nvPr/>
        </p:nvSpPr>
        <p:spPr>
          <a:xfrm>
            <a:off x="35242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U</a:t>
            </a:r>
          </a:p>
        </p:txBody>
      </p:sp>
      <p:sp>
        <p:nvSpPr>
          <p:cNvPr id="207" name="lat1"/>
          <p:cNvSpPr txBox="1"/>
          <p:nvPr/>
        </p:nvSpPr>
        <p:spPr>
          <a:xfrm>
            <a:off x="28829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Élection inconditionnelle</a:t>
            </a:r>
          </a:p>
        </p:txBody>
      </p:sp>
      <p:sp>
        <p:nvSpPr>
          <p:cNvPr id="208" name="fr1"/>
          <p:cNvSpPr txBox="1"/>
          <p:nvPr/>
        </p:nvSpPr>
        <p:spPr>
          <a:xfrm>
            <a:off x="28829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Choix souverain de Dieu</a:t>
            </a:r>
          </a:p>
        </p:txBody>
      </p:sp>
      <p:sp>
        <p:nvSpPr>
          <p:cNvPr id="209" name="desc1"/>
          <p:cNvSpPr txBox="1"/>
          <p:nvPr/>
        </p:nvSpPr>
        <p:spPr>
          <a:xfrm>
            <a:off x="28829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Dieu choisit ceux qu'il sauve par pure grâce, sans aucun mérite de leur part.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Éphésiens 1.4-5</a:t>
            </a:r>
          </a:p>
        </p:txBody>
      </p:sp>
      <p:sp>
        <p:nvSpPr>
          <p:cNvPr id="210" name="card2"/>
          <p:cNvSpPr/>
          <p:nvPr/>
        </p:nvSpPr>
        <p:spPr>
          <a:xfrm>
            <a:off x="50165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num2"/>
          <p:cNvSpPr/>
          <p:nvPr/>
        </p:nvSpPr>
        <p:spPr>
          <a:xfrm>
            <a:off x="57594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12" name="lat2"/>
          <p:cNvSpPr txBox="1"/>
          <p:nvPr/>
        </p:nvSpPr>
        <p:spPr>
          <a:xfrm>
            <a:off x="51181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Rédemption particulière</a:t>
            </a:r>
          </a:p>
        </p:txBody>
      </p:sp>
      <p:sp>
        <p:nvSpPr>
          <p:cNvPr id="213" name="fr2"/>
          <p:cNvSpPr txBox="1"/>
          <p:nvPr/>
        </p:nvSpPr>
        <p:spPr>
          <a:xfrm>
            <a:off x="51181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Expiation limitée</a:t>
            </a:r>
          </a:p>
        </p:txBody>
      </p:sp>
      <p:sp>
        <p:nvSpPr>
          <p:cNvPr id="214" name="desc2"/>
          <p:cNvSpPr txBox="1"/>
          <p:nvPr/>
        </p:nvSpPr>
        <p:spPr>
          <a:xfrm>
            <a:off x="51181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Le sacrifice de Christ sauve pleinement et efficacement tous les élus.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Jean 10.11-15</a:t>
            </a:r>
          </a:p>
        </p:txBody>
      </p:sp>
      <p:sp>
        <p:nvSpPr>
          <p:cNvPr id="215" name="card3"/>
          <p:cNvSpPr/>
          <p:nvPr/>
        </p:nvSpPr>
        <p:spPr>
          <a:xfrm>
            <a:off x="72517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num3"/>
          <p:cNvSpPr/>
          <p:nvPr/>
        </p:nvSpPr>
        <p:spPr>
          <a:xfrm>
            <a:off x="79946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217" name="lat3"/>
          <p:cNvSpPr txBox="1"/>
          <p:nvPr/>
        </p:nvSpPr>
        <p:spPr>
          <a:xfrm>
            <a:off x="73533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Grâce irrésistible</a:t>
            </a:r>
          </a:p>
        </p:txBody>
      </p:sp>
      <p:sp>
        <p:nvSpPr>
          <p:cNvPr id="218" name="fr3"/>
          <p:cNvSpPr txBox="1"/>
          <p:nvPr/>
        </p:nvSpPr>
        <p:spPr>
          <a:xfrm>
            <a:off x="73533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Appel efficace</a:t>
            </a:r>
          </a:p>
        </p:txBody>
      </p:sp>
      <p:sp>
        <p:nvSpPr>
          <p:cNvPr id="219" name="desc3"/>
          <p:cNvSpPr txBox="1"/>
          <p:nvPr/>
        </p:nvSpPr>
        <p:spPr>
          <a:xfrm>
            <a:off x="73533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L'appel de Dieu attire infailliblement les élus à la foi en Christ.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Jean 6.37-39</a:t>
            </a:r>
          </a:p>
        </p:txBody>
      </p:sp>
      <p:sp>
        <p:nvSpPr>
          <p:cNvPr id="220" name="card4"/>
          <p:cNvSpPr/>
          <p:nvPr/>
        </p:nvSpPr>
        <p:spPr>
          <a:xfrm>
            <a:off x="94869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num4"/>
          <p:cNvSpPr/>
          <p:nvPr/>
        </p:nvSpPr>
        <p:spPr>
          <a:xfrm>
            <a:off x="102298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222" name="lat4"/>
          <p:cNvSpPr txBox="1"/>
          <p:nvPr/>
        </p:nvSpPr>
        <p:spPr>
          <a:xfrm>
            <a:off x="95885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Persévérance des saints</a:t>
            </a:r>
          </a:p>
        </p:txBody>
      </p:sp>
      <p:sp>
        <p:nvSpPr>
          <p:cNvPr id="223" name="fr4"/>
          <p:cNvSpPr txBox="1"/>
          <p:nvPr/>
        </p:nvSpPr>
        <p:spPr>
          <a:xfrm>
            <a:off x="95885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Préservés jusqu'à la fin</a:t>
            </a:r>
          </a:p>
        </p:txBody>
      </p:sp>
      <p:sp>
        <p:nvSpPr>
          <p:cNvPr id="224" name="desc4"/>
          <p:cNvSpPr txBox="1"/>
          <p:nvPr/>
        </p:nvSpPr>
        <p:spPr>
          <a:xfrm>
            <a:off x="95885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Ceux que Dieu sauve persévèrent dans la foi et ne se perdront jamais.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Philippiens 1.6</a:t>
            </a:r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05 · TULIP</a:t>
            </a:r>
          </a:p>
        </p:txBody>
      </p:sp>
    </p:spTree>
    <p:extLst>
      <p:ext uri="{BB962C8B-B14F-4D97-AF65-F5344CB8AC3E}">
        <p14:creationId xmlns:p14="http://schemas.microsoft.com/office/powerpoint/2010/main" val="30829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— le </a:t>
            </a:r>
            <a:r>
              <a:rPr lang="en-US" sz="3200" b="1" i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</a:rPr>
              <a:t>origine · contenu · usage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850900" y="2743200"/>
            <a:ext cx="45720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</a:rPr>
              <a:t>Origine et nature</a:t>
            </a:r>
          </a:p>
        </p:txBody>
      </p:sp>
      <p:sp>
        <p:nvSpPr>
          <p:cNvPr id="8" name="Text 5"/>
          <p:cNvSpPr/>
          <p:nvPr/>
        </p:nvSpPr>
        <p:spPr>
          <a:xfrm>
            <a:off x="850900" y="3454400"/>
            <a:ext cx="4610100" cy="2628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 de prières et de méditations puritaines compilé par Arthur Bennett (Banner of Truth, 1975), traduit en français par Timothée Wenger </a:t>
            </a:r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(Impact Héritage, Trois-Rivières, 2023).</a:t>
            </a:r>
            <a:endParaRPr lang="en-US" sz="1450" dirty="0"/>
          </a:p>
          <a:p>
            <a:pPr marL="0" indent="0" algn="l">
              <a:lnSpc>
                <a:spcPts val="2000"/>
              </a:lnSpc>
              <a:buNone/>
            </a:pP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l'œuvre d'un seul auteur : Bennett tisse ces prières à partir des écrits des puritains et de prédicateurs réformés comme Owen, Baxter et Spurgeon. La forme est une prose poétique souvent construite sur le paradoxe.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23076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Text 8"/>
          <p:cNvSpPr/>
          <p:nvPr/>
        </p:nvSpPr>
        <p:spPr>
          <a:xfrm>
            <a:off x="6629400" y="2743200"/>
            <a:ext cx="45720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</a:rPr>
              <a:t>Contenu et usage</a:t>
            </a:r>
          </a:p>
        </p:txBody>
      </p:sp>
      <p:sp>
        <p:nvSpPr>
          <p:cNvPr id="13" name="Text 9"/>
          <p:cNvSpPr/>
          <p:nvPr/>
        </p:nvSpPr>
        <p:spPr>
          <a:xfrm>
            <a:off x="6629400" y="3454400"/>
            <a:ext cx="4610100" cy="2602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collection de prières organisées selon l'expérience chrétienne : création et providence, rédemption en Christ, repentance et confession du péché, soif de grâce, communion et service.</a:t>
            </a:r>
            <a:endParaRPr lang="en-US" sz="1450" dirty="0"/>
          </a:p>
          <a:p>
            <a:pPr marL="0" indent="0" algn="l">
              <a:lnSpc>
                <a:spcPts val="2000"/>
              </a:lnSpc>
              <a:buNone/>
            </a:pP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but : nourrir la prière personnelle d'une théologie biblique dense. </a:t>
            </a:r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Autorité dérivée : une aide à la dévotion, jamais l'Écriture (Sola Scriptura). La prière-titre ouvre et nomme tout le recueil.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06 · LE RECUEIL</a:t>
            </a:r>
          </a:p>
        </p:txBody>
      </p:sp>
      <p:sp>
        <p:nvSpPr>
          <p:cNvPr id="420" name="num1"/>
          <p:cNvSpPr txBox="1"/>
          <p:nvPr/>
        </p:nvSpPr>
        <p:spPr>
          <a:xfrm>
            <a:off x="850900" y="1905000"/>
            <a:ext cx="11430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430" name="rule1"/>
          <p:cNvSpPr/>
          <p:nvPr/>
        </p:nvSpPr>
        <p:spPr>
          <a:xfrm>
            <a:off x="876300" y="3276600"/>
            <a:ext cx="711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1" name="num2"/>
          <p:cNvSpPr txBox="1"/>
          <p:nvPr/>
        </p:nvSpPr>
        <p:spPr>
          <a:xfrm>
            <a:off x="6629400" y="1905000"/>
            <a:ext cx="11430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431" name="rule2"/>
          <p:cNvSpPr/>
          <p:nvPr/>
        </p:nvSpPr>
        <p:spPr>
          <a:xfrm>
            <a:off x="6654800" y="3276600"/>
            <a:ext cx="711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684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prière : l'</a:t>
            </a:r>
            <a:r>
              <a:rPr lang="en-US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9788" y="141732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Matthieu 11.29 – « Seigneur, élevé et saint, doux et humble 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6766560" cy="3108960"/>
          </a:xfrm>
          <a:prstGeom prst="roundRect">
            <a:avLst>
              <a:gd name="adj" fmla="val 264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126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 pose d'emblée le paradoxe central : le Dieu transcendant est aussi le Dieu qui s'abaisse. </a:t>
            </a:r>
          </a:p>
          <a:p>
            <a:pPr marL="0" indent="0" algn="ctr">
              <a:lnSpc>
                <a:spcPts val="2300"/>
              </a:lnSpc>
              <a:buNone/>
            </a:pPr>
            <a:endParaRPr lang="en-US" sz="155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2300"/>
              </a:lnSpc>
              <a:buNone/>
            </a:pP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direct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d'Ésaïe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57.15b — </a:t>
            </a:r>
            <a:r>
              <a:rPr lang="en-US" sz="155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J'habite dans les lieux élevés et dans la sainteté ; mais je suis avec l'homme contrit et humilié. »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ctr">
              <a:lnSpc>
                <a:spcPts val="2300"/>
              </a:lnSpc>
              <a:buNone/>
            </a:pPr>
            <a:endParaRPr lang="en-US" sz="155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Cette tension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 prière, qui se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4 mouvements.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543800" y="2971800"/>
            <a:ext cx="4096512" cy="3108960"/>
          </a:xfrm>
          <a:prstGeom prst="roundRect">
            <a:avLst>
              <a:gd name="adj" fmla="val 2647"/>
            </a:avLst>
          </a:prstGeom>
          <a:solidFill>
            <a:srgbClr val="201C15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78181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</a:t>
            </a:r>
            <a:r>
              <a:rPr lang="en-US" sz="16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1812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La vallée où Dieu me conduit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L'enseignement par les paradoxes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Les étoiles vues du fond du puits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La requête : « Donne-moi de trouver »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07 · LA PRIÈRE</a:t>
            </a:r>
          </a:p>
        </p:txBody>
      </p:sp>
    </p:spTree>
    <p:extLst>
      <p:ext uri="{BB962C8B-B14F-4D97-AF65-F5344CB8AC3E}">
        <p14:creationId xmlns:p14="http://schemas.microsoft.com/office/powerpoint/2010/main" val="237775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« Tu m'as conduit dans la </a:t>
            </a:r>
            <a:r>
              <a:rPr lang="en-US" sz="2700" b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vallée</a:t>
            </a: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vision»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r>
              <a:rPr lang="fr-FR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je réside dans les profondeurs, mais je te vois sur les hauteurs ; </a:t>
            </a: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r>
              <a:rPr lang="fr-FR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encerclé par les montagnes du péché, je contemple ta gloire.</a:t>
            </a:r>
            <a:endParaRPr lang="en-US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Dieu lui-même qui « conduit » dans la vallée. L'affliction n'est pas un accident, mais une providence souveraine ordonnée pour le bien.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(Rm 8.28-29)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Paradoxe</a:t>
            </a: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du fond, dans la conscience du péché, que la gloire de Dieu se voit le plus clairement (És 57.15)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n'est pas l'absence de Dieu ; elle est le lieu d'une vision plus nette de sa sainteté.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08 · MOUVEMENT I</a:t>
            </a:r>
          </a:p>
        </p:txBody>
      </p:sp>
    </p:spTree>
    <p:extLst>
      <p:ext uri="{BB962C8B-B14F-4D97-AF65-F5344CB8AC3E}">
        <p14:creationId xmlns:p14="http://schemas.microsoft.com/office/powerpoint/2010/main" val="1566204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« Enseigne-moi par les paradoxes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sentier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descend est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sentier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monte,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qu'être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abaissé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être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élevé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cœur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brisé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cœur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guéri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l'esprit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contrit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l'esprit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se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réjouit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l'âme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repentante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l'âme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victorieuse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ne rien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avoir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tout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posséder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porter la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croix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porter de la couronne,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donner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recevoir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la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vallée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est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l'endroit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d'une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bonne vision.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liturgique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l'inversion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évangélique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; le chemin de l'abaissement est celui de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l'élévation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;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humilité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(Mt 23.12 ; Mt 16.24-25)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kénose du Christ : il s'est abaissé, c'est pourquoi Dieu l'a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souverainement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élevé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(Ph 2.5-11)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Réfutation</a:t>
            </a: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contre le triomphalisme et l'évangile de la prospérité, qui suppriment la croix. Porter la croix précède la couronne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Ti 2.12).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09 · MOUVEMENT II</a:t>
            </a:r>
          </a:p>
        </p:txBody>
      </p:sp>
    </p:spTree>
    <p:extLst>
      <p:ext uri="{BB962C8B-B14F-4D97-AF65-F5344CB8AC3E}">
        <p14:creationId xmlns:p14="http://schemas.microsoft.com/office/powerpoint/2010/main" val="383764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« Les étoiles, du fond du puits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Seigneur, pendant le jour,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étoiles sont visibles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puits les plus profonds,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plus profond est le puits,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resplendissent tes étoiles.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lnSpc>
                <a:spcPts val="1848"/>
              </a:lnSpc>
              <a:buNone/>
            </a:pPr>
            <a:r>
              <a:rPr lang="fr-CA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ancienne : du fond d'un puits, on aperçoit les étoiles en plein jour. Plus l'épreuve est profonde, plus la grâce de Dieu resplendit.</a:t>
            </a:r>
          </a:p>
          <a:p>
            <a:pPr marL="0" indent="0" algn="ctr">
              <a:lnSpc>
                <a:spcPts val="1848"/>
              </a:lnSpc>
              <a:buNone/>
            </a:pPr>
            <a:endParaRPr lang="fr-CA" sz="1400" b="1" dirty="0">
              <a:solidFill>
                <a:srgbClr val="E8821E"/>
              </a:solidFill>
              <a:latin typeface="Cambria" pitchFamily="34" charset="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Locus — </a:t>
            </a: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trésor est porté dans des vases d'argile, afin que la puissance soit de Dieu et non de nous.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Co 4.6-11)</a:t>
            </a:r>
          </a:p>
          <a:p>
            <a:pPr marL="0" indent="0" algn="ctr">
              <a:lnSpc>
                <a:spcPts val="1848"/>
              </a:lnSpc>
              <a:buNone/>
            </a:pPr>
            <a:endParaRPr lang="fr-CA" sz="1400" b="1" dirty="0">
              <a:solidFill>
                <a:srgbClr val="E8821E"/>
              </a:solidFill>
              <a:latin typeface="Cambria" pitchFamily="34" charset="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profondeur de la détresse n'éteint pas la vision : elle la révèle. Sa grâce suffit.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Co 12.9-10)</a:t>
            </a:r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10 · MOUVEMENT III</a:t>
            </a:r>
          </a:p>
        </p:txBody>
      </p:sp>
    </p:spTree>
    <p:extLst>
      <p:ext uri="{BB962C8B-B14F-4D97-AF65-F5344CB8AC3E}">
        <p14:creationId xmlns:p14="http://schemas.microsoft.com/office/powerpoint/2010/main" val="140253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« Donne-moi de trouver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Donne-moi de trouver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lumière dans mes ténèbres,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vie dans ma mort,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joie dans mes peines,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grâce dans mon péché,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 richesses dans ma pauvreté,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gloire dans ma vallée.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antithèses qui résument l'échange de la grâce : de riche qu'il était, Christ s'est fait pauvre afin de nous enrichir (2 Co 8.9).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Donne-moi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est don. La grâce ne se mérite pas, elle se reçoit (Ép 2.8). C'est le monergisme de la grâce.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Dans mon péché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pas malgré, mais dans : là où le péché a abondé, la grâce a surabondé (Rm 5.20). Jamais une licence pour pécher.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11 · MOUVEMENT IV</a:t>
            </a:r>
          </a:p>
        </p:txBody>
      </p:sp>
    </p:spTree>
    <p:extLst>
      <p:ext uri="{BB962C8B-B14F-4D97-AF65-F5344CB8AC3E}">
        <p14:creationId xmlns:p14="http://schemas.microsoft.com/office/powerpoint/2010/main" val="3328085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théologie de la </a:t>
            </a:r>
            <a:r>
              <a:rPr lang="en-US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10469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n'exalte pas la souffrance pour elle-même. Elle confesse que Dieu agit à rebours des attentes humaines : il élève en abaissant, enrichit en dépouillant, illumine par la nuit. C'est la théologie de la </a:t>
            </a:r>
            <a:r>
              <a:rPr lang="en-US" sz="16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croix</a:t>
            </a:r>
            <a:r>
              <a:rPr lang="en-US" sz="16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contre la théologie de la gloire.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850900" y="3962400"/>
            <a:ext cx="2870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550" b="1" dirty="0">
                <a:solidFill>
                  <a:srgbClr val="F5EFE4"/>
                </a:solidFill>
                <a:latin typeface="Cambria" pitchFamily="34" charset="0"/>
              </a:rPr>
              <a:t>Contre la prospérité</a:t>
            </a:r>
          </a:p>
        </p:txBody>
      </p:sp>
      <p:sp>
        <p:nvSpPr>
          <p:cNvPr id="9" name="Text 6"/>
          <p:cNvSpPr/>
          <p:nvPr/>
        </p:nvSpPr>
        <p:spPr>
          <a:xfrm>
            <a:off x="850900" y="4368800"/>
            <a:ext cx="2870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bénédiction se mesure à la conformité à Christ, non au confort ni à la santé.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52544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9"/>
          <p:cNvSpPr/>
          <p:nvPr/>
        </p:nvSpPr>
        <p:spPr>
          <a:xfrm>
            <a:off x="4660900" y="3962400"/>
            <a:ext cx="2870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550" b="1" dirty="0">
                <a:solidFill>
                  <a:srgbClr val="F5EFE4"/>
                </a:solidFill>
                <a:latin typeface="Cambria" pitchFamily="34" charset="0"/>
              </a:rPr>
              <a:t>Sécurité du croyant</a:t>
            </a:r>
          </a:p>
        </p:txBody>
      </p:sp>
      <p:sp>
        <p:nvSpPr>
          <p:cNvPr id="14" name="Text 10"/>
          <p:cNvSpPr/>
          <p:nvPr/>
        </p:nvSpPr>
        <p:spPr>
          <a:xfrm>
            <a:off x="4660900" y="4368800"/>
            <a:ext cx="2870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est conduite par un Père souverain qui achèvera son œuvre (Ph 1.6).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56448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Text 13"/>
          <p:cNvSpPr/>
          <p:nvPr/>
        </p:nvSpPr>
        <p:spPr>
          <a:xfrm>
            <a:off x="8458200" y="3962400"/>
            <a:ext cx="2870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550" b="1" dirty="0">
                <a:solidFill>
                  <a:srgbClr val="F5EFE4"/>
                </a:solidFill>
                <a:latin typeface="Cambria" pitchFamily="34" charset="0"/>
              </a:rPr>
              <a:t>Sanctification (Lordship)</a:t>
            </a:r>
          </a:p>
        </p:txBody>
      </p:sp>
      <p:sp>
        <p:nvSpPr>
          <p:cNvPr id="19" name="Text 14"/>
          <p:cNvSpPr/>
          <p:nvPr/>
        </p:nvSpPr>
        <p:spPr>
          <a:xfrm>
            <a:off x="8458200" y="4368800"/>
            <a:ext cx="2870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L'épreuve forme le disciple. Il n'y a pas de couronne sans croix.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12 · THÉOLOGIE DE LA CROIX</a:t>
            </a:r>
          </a:p>
        </p:txBody>
      </p:sp>
      <p:sp>
        <p:nvSpPr>
          <p:cNvPr id="450" name="num1"/>
          <p:cNvSpPr txBox="1"/>
          <p:nvPr/>
        </p:nvSpPr>
        <p:spPr>
          <a:xfrm>
            <a:off x="850900" y="3403600"/>
            <a:ext cx="1016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3000" b="1" dirty="0">
                <a:solidFill>
                  <a:srgbClr val="F2A24E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460" name="rule1"/>
          <p:cNvSpPr/>
          <p:nvPr/>
        </p:nvSpPr>
        <p:spPr>
          <a:xfrm>
            <a:off x="876300" y="4254500"/>
            <a:ext cx="584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1" name="num2"/>
          <p:cNvSpPr txBox="1"/>
          <p:nvPr/>
        </p:nvSpPr>
        <p:spPr>
          <a:xfrm>
            <a:off x="4660900" y="3403600"/>
            <a:ext cx="1016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3000" b="1" dirty="0">
                <a:solidFill>
                  <a:srgbClr val="F2A24E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461" name="rule2"/>
          <p:cNvSpPr/>
          <p:nvPr/>
        </p:nvSpPr>
        <p:spPr>
          <a:xfrm>
            <a:off x="4686300" y="4254500"/>
            <a:ext cx="584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2" name="num3"/>
          <p:cNvSpPr txBox="1"/>
          <p:nvPr/>
        </p:nvSpPr>
        <p:spPr>
          <a:xfrm>
            <a:off x="8458200" y="3403600"/>
            <a:ext cx="1016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3000" b="1" dirty="0">
                <a:solidFill>
                  <a:srgbClr val="F2A24E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462" name="rule3"/>
          <p:cNvSpPr/>
          <p:nvPr/>
        </p:nvSpPr>
        <p:spPr>
          <a:xfrm>
            <a:off x="8483600" y="4254500"/>
            <a:ext cx="584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4586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la </a:t>
            </a:r>
            <a:r>
              <a:rPr lang="en-US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762000" y="1752600"/>
            <a:ext cx="736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fr-CA" sz="3600" b="1" dirty="0">
                <a:solidFill>
                  <a:srgbClr val="F2A24E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1691640" y="1664208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« vallée » traversez-vous ? La recevez-vous comme le lieu où Dieu se révèle, ou comme la preuve de son absence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98064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762000" y="2997200"/>
            <a:ext cx="736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fr-CA" sz="3600" b="1" dirty="0">
                <a:solidFill>
                  <a:srgbClr val="F2A24E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0" name="Text 8"/>
          <p:cNvSpPr/>
          <p:nvPr/>
        </p:nvSpPr>
        <p:spPr>
          <a:xfrm>
            <a:off x="1691640" y="2907792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Cherchez-vous la couronne sans la croix — l'élévation sans l'abaissement que Dieu requiert (Mt 23.12) 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762000" y="4241800"/>
            <a:ext cx="736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fr-CA" sz="3600" b="1" dirty="0">
                <a:solidFill>
                  <a:srgbClr val="F2A24E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4" name="Text 12"/>
          <p:cNvSpPr/>
          <p:nvPr/>
        </p:nvSpPr>
        <p:spPr>
          <a:xfrm>
            <a:off x="1691640" y="4151376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devez-vous chercher « sa richesse dans votre pauvreté » plutôt qu'une délivrance immédiate 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330952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868680" y="5330952"/>
            <a:ext cx="10469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Humiliez-vous donc sous la puissante main de Dieu, afin qu'il vous élève au temps convenable. »</a:t>
            </a: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1 Pierre 5.6 (NEG)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13 · POUR LA DISCUSSION</a:t>
            </a:r>
          </a:p>
        </p:txBody>
      </p:sp>
    </p:spTree>
    <p:extLst>
      <p:ext uri="{BB962C8B-B14F-4D97-AF65-F5344CB8AC3E}">
        <p14:creationId xmlns:p14="http://schemas.microsoft.com/office/powerpoint/2010/main" val="1614462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23444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14813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606040"/>
            <a:ext cx="9628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Ma grâce te suffit, car ma puissance s'accomplit dans la faiblesse. »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Corinthiens 12.9 (NEG)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5349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 Deo Gloria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  ·  EBC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93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81471C-05E7-4AE5-968B-B17FCA7B7D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6ff6175-4de9-4c6e-88d3-cbe619b829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1855</Words>
  <Application>Microsoft Office PowerPoint</Application>
  <PresentationFormat>Personnalisé</PresentationFormat>
  <Paragraphs>276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Vallée de la Vision — Étude biblique</dc:title>
  <dc:subject>PptxGenJS Presentation</dc:subject>
  <dc:creator>AGB · EBC</dc:creator>
  <cp:lastModifiedBy>André-Guy Bruneau</cp:lastModifiedBy>
  <cp:revision>1</cp:revision>
  <dcterms:created xsi:type="dcterms:W3CDTF">2026-06-25T11:10:39Z</dcterms:created>
  <dcterms:modified xsi:type="dcterms:W3CDTF">2026-06-28T11:12:35Z</dcterms:modified>
</cp:coreProperties>
</file>